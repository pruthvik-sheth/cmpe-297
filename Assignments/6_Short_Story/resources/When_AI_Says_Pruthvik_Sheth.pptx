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67A89-C037-D6A9-DEE7-B239B43D3B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1DE60E-7565-9D57-F3C0-046BADEA0F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B993D-5E27-2947-9ABA-D328773D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70FBC-B8B1-4B87-9163-5C0D11610117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E39F6-8E8F-5F6D-9CFE-FBB0F06A1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803AB-BD42-6788-70B8-033522A39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B4632-A6CD-4C67-93C7-472B79C1E7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905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25794-A0FF-E249-30BE-22DC9DBAD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21EA1-210D-E0A2-1109-CFC1C5033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93964-7E3E-9BD4-697A-F8F5C5BF9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70FBC-B8B1-4B87-9163-5C0D11610117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8E060-28A5-C7F9-BDC9-E984435A0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A3FA4-E097-9400-C7B7-2B29CF132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B4632-A6CD-4C67-93C7-472B79C1E7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582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3B2A8-B7B9-DC1D-20D2-D4052797B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2344DE-6E08-BB6A-7D21-1B572EBEE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7701C-04F0-9985-0191-E1E872296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70FBC-B8B1-4B87-9163-5C0D11610117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F2454-E242-A15B-3902-C72C6AC64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0E06F-B55E-13D4-22B4-89B9E9924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B4632-A6CD-4C67-93C7-472B79C1E7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307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ABE87-5952-8C1E-FD06-DE14EBE46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D6DDF-0747-2F0C-2C9D-10637BAA98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D6851-3169-3DA5-EA19-D2D3D9AF7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54AD34-AA7E-18C7-12D9-9081E8E76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70FBC-B8B1-4B87-9163-5C0D11610117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C5BAB-AA06-1D25-3239-95A8762B2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01892-0D38-FCC8-F6A6-C5FAB14F0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B4632-A6CD-4C67-93C7-472B79C1E7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58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D510E-F101-665D-2B86-6D2106747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DD0A4-77A7-152C-A8D4-0B9DB57BC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D14B62-DB47-2666-4953-1779DFC86E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F6E391-79F8-C637-E2E8-59BBF9A0ED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F2A45F-1194-4628-ADAB-C0A83997AC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3D14AA-E365-511F-9310-20F5960AC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70FBC-B8B1-4B87-9163-5C0D11610117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078618-8C51-7ED8-7541-6166F6798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AA152D-C0A3-1C64-2671-DDCAC271F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B4632-A6CD-4C67-93C7-472B79C1E7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345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A2560-F726-A8EE-2CBF-E7DBEC2F3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4B1B3-3F8B-2BAE-2731-05DA7004F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70FBC-B8B1-4B87-9163-5C0D11610117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E33B37-A177-0717-10AD-8A75482F4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3E7D77-8854-36AF-A717-C6CCCCD23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B4632-A6CD-4C67-93C7-472B79C1E7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3806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933CC2-1BED-E63B-D38F-52198787B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70FBC-B8B1-4B87-9163-5C0D11610117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48B569-9AC4-C163-A819-0785EFF90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5B743-2A17-25E1-A743-6D7FA23EB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B4632-A6CD-4C67-93C7-472B79C1E7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336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DABE-43F2-52F7-CF8E-A7E6709CC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B1842-1EA6-8261-FC3F-87F6F1916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FE1A49-1D50-BE6C-BDFC-892279337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A8DC11-4449-06E3-1BA3-907A76B6E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70FBC-B8B1-4B87-9163-5C0D11610117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1D891B-7C4B-9627-B51B-26EF23AE3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485C07-A445-8AE9-8AE7-791210F21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B4632-A6CD-4C67-93C7-472B79C1E7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260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E54F7-52D4-6346-C537-F32E28DBD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AC2058-E70C-9513-326B-F1E09E3098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AF1342-C091-B6E3-C1D7-73827FC1B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D6E0D9-AACE-D3D5-35EB-C6269971E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70FBC-B8B1-4B87-9163-5C0D11610117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030046-8C8D-7D5C-6789-F9F4CC0AD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737B70-795D-5ABE-8DD5-F97C1571D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B4632-A6CD-4C67-93C7-472B79C1E7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061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9600D-2732-0440-BFA2-259A4AF10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6B7CCB-5C67-C6C2-97CA-2D91A4D837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6A6AA-CD51-D7EE-0D55-FF126ADBA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70FBC-B8B1-4B87-9163-5C0D11610117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62088-21AF-93F5-47E7-3416D24DB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E2A9E-C1D5-706B-5C89-80AAA357A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B4632-A6CD-4C67-93C7-472B79C1E7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71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402295-CB15-61D1-4B78-58BBC589E2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E67701-5E8B-7619-E4DF-9F863570F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33500-B4F1-BC8D-FB57-21A5A05B6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70FBC-B8B1-4B87-9163-5C0D11610117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24B88-31B6-C11D-BC56-64B9371BA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E093E-B32B-7767-EB5F-4934BFF8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B4632-A6CD-4C67-93C7-472B79C1E7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397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C38D67-243D-9905-7172-585BFF47F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ABEBD-8315-3FB5-62A6-B02695DF2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0574D-C624-A20A-D840-4973D7DEE5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70FBC-B8B1-4B87-9163-5C0D11610117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4F38E-0660-75B4-2E99-8FBD360AD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0EC36-0D0D-7FD3-9B82-4BE86B808B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EB4632-A6CD-4C67-93C7-472B79C1E7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869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8904B-FB6A-1756-BD33-41A0E6F833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4135" y="201678"/>
            <a:ext cx="6109188" cy="2253034"/>
          </a:xfrm>
        </p:spPr>
        <p:txBody>
          <a:bodyPr>
            <a:normAutofit/>
          </a:bodyPr>
          <a:lstStyle/>
          <a:p>
            <a:r>
              <a:rPr lang="en-US" dirty="0"/>
              <a:t>When AI Says "Yes" But Does "No"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2313D0-6BD2-0A06-8836-E51A48E972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41758" y="2454713"/>
            <a:ext cx="6308481" cy="174783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Troubling Gap Between What Large Language Models Preach and Practice</a:t>
            </a:r>
          </a:p>
          <a:p>
            <a:r>
              <a:rPr lang="en-US" dirty="0"/>
              <a:t>Based on: "Large Language Models Often Say One Thing and Do Another" Xu et al. | ICLR 2025 | Chinese Academy of Sciences</a:t>
            </a:r>
          </a:p>
          <a:p>
            <a:r>
              <a:rPr lang="en-US" b="1" dirty="0"/>
              <a:t>Name: Pruthvik Sheth</a:t>
            </a:r>
          </a:p>
          <a:p>
            <a:endParaRPr lang="en-IN" dirty="0"/>
          </a:p>
        </p:txBody>
      </p:sp>
      <p:pic>
        <p:nvPicPr>
          <p:cNvPr id="5" name="Picture 4" descr="A diagram of a person's head with a person's head and a person's head with a person's head and a person's head with a person's head and&#10;&#10;AI-generated content may be incorrect.">
            <a:extLst>
              <a:ext uri="{FF2B5EF4-FFF2-40B4-BE49-F238E27FC236}">
                <a16:creationId xmlns:a16="http://schemas.microsoft.com/office/drawing/2014/main" id="{5C6ED5B2-4E52-1B22-DF0C-1D49AF72A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388" y="4202548"/>
            <a:ext cx="8583223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331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04A09-2A96-DE00-9B88-2ED8CE3A2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 Familiar Problem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5B4A07E-FB66-825B-1CE7-322ECBF062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401129"/>
            <a:ext cx="807144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friend who preaches healthy eating... while grabbing a third slice of cake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colleague advocating work-life balance... sending emails at midnight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environmentalist... who never quite gets around to recycling </a:t>
            </a:r>
          </a:p>
        </p:txBody>
      </p:sp>
    </p:spTree>
    <p:extLst>
      <p:ext uri="{BB962C8B-B14F-4D97-AF65-F5344CB8AC3E}">
        <p14:creationId xmlns:p14="http://schemas.microsoft.com/office/powerpoint/2010/main" val="1576320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90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When AI Says "Yes" But Does "No"</vt:lpstr>
      <vt:lpstr>A Familiar Problem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Pruthvik Sheth</dc:creator>
  <cp:lastModifiedBy>Pruthvik Sheth</cp:lastModifiedBy>
  <cp:revision>2</cp:revision>
  <dcterms:created xsi:type="dcterms:W3CDTF">2025-12-11T01:15:09Z</dcterms:created>
  <dcterms:modified xsi:type="dcterms:W3CDTF">2025-12-11T01:16:34Z</dcterms:modified>
</cp:coreProperties>
</file>